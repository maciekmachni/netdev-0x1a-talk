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room: who has debugged a distributed trace where events looked out of order? Almost every hand goes up. That is the whole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prior talk made reading the PTP hardware clock cheap — the Hermóðr PoC approximates the device clock in userspace from the CPU counter, cutting a /dev/ptpX read from ~5 microseconds (syscall + PCIe) down to tens of nanoseconds. Note the shape: a daemon that cross-timestamps and estimates drift, a snapshot in shared memory, and a small client library — the same skeleton as ptp-uncertainty. This talk adds the missing half: the uncertainty of that time. Together they are the full story — fast access to the time and its associated error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Precision is necessary but insufficient. Higher precision made silent errors both more likely to be relied on and harder to see.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Draft with the full menu of use cases — trim during review. The core three (ordering, causality, compliance) carry the argument; the rest map the blast radius: databases (external consistency / commit-wait), profiling (cross-node spans), coordination (leases → split brain), observability (telemetry skew), audit/forensics, cyber-physical (sensor fusion), and regulated timestamping (MiFID II). Auditors care about defensible ordering, not nanosecond vanity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aha. The numbers look confident; the reality is ambiguous. Each bar is the timestamp ± its uncertainty; because 150 + 150 &gt; 200, the intervals overlap (amber) and either event could have come first. We need the error bar to be part of the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core thesis of the abstract. Keep returning 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Draw this on a whiteboard if possible. The interval end-points have names: t−U is the earliest the event could have happened, t+U the latest. 'Unknown' is a valid, useful answer a system can act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 conservatism: we want a defensible upper bound, not a best guess.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slowly. The point: 'the event time' means different things at different layers even when everything is 'synced'.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consolidated budget before we zoom into individual layers. Two sources come from the source clock itself, and they differ in kind: the grandmaster's class (clockClass / clockAccuracy) is an advertised bound on the source quality, while the offset from the grandmaster is our own value, measured locally from the t1-t4 timestamp exchange — that measured |offset| is what enters the bound. (stepsRemoved is neither: just the hop count to the GM.) Two come from our local oscillator: its free-run drift between sync messages, and holdover when discipline is lost entirely. Two are properties of reading the clock: the access latency of a PHC or clock_gettime read, and the finite resolution of the tick itself. And two live in the network: the delays accumulated across every transparent/boundary clock and queue on the path (whose mean PTP measures and compensates), and link asymmetry — the up/down difference PTP cannot see, which stays an unmodeled conservative gap. The rest of Part 3 drills into the ones that dominate.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Layer 1 is the oscillator alone — stability in ppb and temperature sensitivity, free-running drift. Layer 2 is the PHC clock it feeds: offsetFromMaster is an estimate (not a truth), and the clock has a finite resolution (tick granularity) plus a read latency. PTP believes something about your clock; that belief is an input to U, not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Critical for profiling: GPU, NIC and CPU may live in different timestamp domains even when 'synced'.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Layer 3 is the network: every hop — transparent/boundary clocks and queues — adds delay. PTP measures and compensates the mean path delay, so it is not in the bound; only the residual up/down asymmetry is, it grows with hop count, and we do not get a clean measurement of it. Layer 5 is the kernel path: the ingredients exist (PTP_SYS_OFFSET, SO_TIMESTAMPING, ptp4l mgmt), but the single 'current uncertainty' API does not. Foreshadow the kernel-gaps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Many tools show offset but never show the interval growing since the last correction. This is the term the daemon makes explicit.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PTP does NOT answer 'what is my application-level timestamp error bar?'. We build that on 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makes 'staleness' concrete: anchor at ingress, extrapolate at read time using a worst-case drift bound.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residual terms after the offset correction is applied: drift (staleness), clock resolution (tick granularity), and capture-point error (HW vs SW stamp). Mean path delay is measured and compensated by PTP inside the offset, so it is not added; the offset itself is a correction, not an uncertainty. Residual path asymmetry is real but unmodeled here — a known conservative gap. A practical model, not a full Allan-deviation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'Synchronized' is necessary but not sufficient. The last row is the interesting failure mode the daemon handles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from theory to something the audience can actually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 features: poll interval derived from logSyncInterval (&gt;=2x sync rate); optional PHC index autodetection.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Clarify snapshot age vs drift — a common confusion and a good teaching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abstract's phrase 'evaluate temporal correctness explicitly' turned into three lines of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interval model is not academic. Meta's fbclock ships 'Window of Uncertainty' [earliest, latest] to a fleet of PTP clients using the same daemon+shmem+library shape this talk arrives at independently. Two honest differences: (1) Meta computes a statistical sigma-based window (M = clockaccuracy + |offset| + stddev(offset); W = mean(M) + k*stddev(M), k-&gt;4), we default to a conservative worst-case bound; (2) Meta estimates holdover drift empirically from PHC frequency-adjustment history (1.5 * mean(|freqchange|)) plus temperature and vibration telemetry, we use a configured max_drift_ppb. Same skeleton, different knobs. Source: 'How Precision Time Protocol is being deployed at Meta', Meta Engineering, 2022; github.com/facebook/time/fbclock.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capture from watch_uncertainty against a live ptp4l at 1 Hz sync, 10 ppm drift bound. Mean path delay is compensated by PTP, so the bound is |offset| + drift; the dashed line is the tiny |offset| floor (tens of ns) and the sawtooth is staleness accumulating between sync messages and resetting at each ingress. This is slide 17's claim, measured.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run has the same tiny |offset| floor (tens of ns) because path delay is compensated by PTP. Only max_drift_ppb changes: 100 ppb (OCXO), 1 ppm (TCXO), 10 ppm, 100 ppm. Log scale. The envelope is set by staleness, not by PTP.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Peak-moment budget per class, as |offset| + drift. For the OCXO, offset and drift are comparable (~0.3 us total); for the basic XO, drift is essentially 100%. Same protocol, same network, the peak bound runs from ~0.3 us to ~120 us from the crystal alone. This is why oscillator stability must be part of the model and why the kernel not exposing it (next section) is the real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Explicit bridge to the prior fast-PHC-access talk (Hermóðr). Both halves share a daemon + shared-memory + client-library shape and compose into one primitive: a timestamp you can read cheaply — tens of nanoseconds instead of microseconds — and trust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Fast reads (prior talk) and the uncertainty bound (this talk) are two halves of one time primitive: read the clock cheaply, and know how wrong it might be. Example: two events 300 ns apart, each U ~ 500 ns — the fast read alone says 'A before B'; with U the order is honestly ambiguous.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Matches the abstract's conclusion: frequency offset is available, but oscillator stability and calibration staleness are not — so precise bounds still need operator config and hardware knowledge. The measurements just proved how much that missing oscillator term matters. And Meta's fbclock is the existence proof: to run holdover in production they estimate drift from PHC frequency-adjustment history and calibrate it with temperature and vibration telemetry — exactly the data the kernel does not hand you. Do not oversell automation.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bridge sentence: better profiles need better time — and better time needs error bars.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Offer to collaborate with profiling-tool authors. Have the demo plot ready as a backup.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91695" cy="82296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328416"/>
            <a:ext cx="3840480" cy="8229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88136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FFFFFF"/>
                </a:solidFill>
                <a:latin typeface="Calibri"/>
              </a:rPr>
              <a:t>Making Time Uncertainty a First-Class Concept in Linux Timing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5204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0" i="0">
                <a:solidFill>
                  <a:srgbClr val="C7D2F0"/>
                </a:solidFill>
                <a:latin typeface="Calibri"/>
              </a:rPr>
              <a:t>Trustworthy timestamps for distributed and AI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5394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9AA6C4"/>
                </a:solidFill>
                <a:latin typeface="Calibri"/>
              </a:rPr>
              <a:t>Time uncertainty as a first-class property  ·  built on Linux + PTP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OPENING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We make this decision constantly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event A at T₁   →   event B at T₂   →   “A happened before B”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Ordering. Causality. “Which write won?” “What caused the stall?”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The hidden assumption: both timestamps are exact points.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Clocks disagree. Timestamps are captured at different layers.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Synchronization data goes stale between updates.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Two talks, one 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5349240" cy="4297680"/>
          </a:xfrm>
          <a:prstGeom prst="rect">
            <a:avLst/>
          </a:prstGeom>
          <a:solidFill>
            <a:srgbClr val="ED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56232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This talk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48920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What is the error bar on a timestamp?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Timestamps as intervals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Explicit correctness criteria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“Can I trust this time?”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691640"/>
            <a:ext cx="5349240" cy="4297680"/>
          </a:xfrm>
          <a:prstGeom prst="rect">
            <a:avLst/>
          </a:prstGeom>
          <a:solidFill>
            <a:srgbClr val="EA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856232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4B8A6"/>
                </a:solidFill>
                <a:latin typeface="Calibri"/>
              </a:rPr>
              <a:t>Prior talk — fast PHC access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468880"/>
            <a:ext cx="48920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How do we read the clock cheaply?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PHC reads without syscall / PCIe overhead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Userspace PHC approximation (Hermóðr)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~5 µs syscall+PCIe read → ~60 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6B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468880"/>
            <a:ext cx="3200400" cy="91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C7D2F0"/>
                </a:solidFill>
                <a:latin typeface="Calibri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6974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Precise is not the same as correct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26364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We spent two decades chasing precision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Sub-microsecond PTP is now common on data-center and AI fabrics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Hardware timestamping in NICs, SmartNICs, DPUs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Multi-node GPU traces spanning thousands of ranks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The better our clocks got, the more we trusted them — implicitly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Precision raised confidence faster than it raised correctness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Ways timestamps quietly mislead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88136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396240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Domain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Naive claim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What can go wrong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Ordering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A before B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intervals overlap → order is unknown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Causality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A caused B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off-by-one across nodes → false cause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Compliance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log is ordered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cannot prove ordering is defensible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Consistency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commit A visible before B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overlap breaks external consistency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Profiling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span A nested in span B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cross-node spans misorder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Leases / locks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lease expired before regrant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overlap → split brain / two leaders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Telemetry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counters sampled together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inter-node skew → phantom correlations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Forensics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log A caused log B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causal chain is indefensible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Sensor fusion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radar + camera aligned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physical-world misalignment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Finance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trade timestamped correctly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can't prove mandated window (MiFID II)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Launch time load balancing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packets will have their dedicated slots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packet collisions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1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932688"/>
            <a:ext cx="2377440" cy="9144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78992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Two events 200 ns apart, each known to ±150 ns.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349230" y="2697480"/>
            <a:ext cx="1188700" cy="1920240"/>
          </a:xfrm>
          <a:prstGeom prst="rect">
            <a:avLst/>
          </a:prstGeom>
          <a:solidFill>
            <a:srgbClr val="FBE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49230" y="2743200"/>
            <a:ext cx="11887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B4760A"/>
                </a:solidFill>
                <a:latin typeface="Calibri"/>
              </a:rPr>
              <a:t>overlap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80" y="4617720"/>
            <a:ext cx="7132200" cy="25400"/>
          </a:xfrm>
          <a:prstGeom prst="rect">
            <a:avLst/>
          </a:prstGeom>
          <a:solidFill>
            <a:srgbClr val="5B6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0" y="3063240"/>
            <a:ext cx="19050" cy="1554480"/>
          </a:xfrm>
          <a:prstGeom prst="rect">
            <a:avLst/>
          </a:prstGeom>
          <a:solidFill>
            <a:srgbClr val="C2C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71830" y="2980944"/>
            <a:ext cx="3566100" cy="16459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71830" y="2898648"/>
            <a:ext cx="50800" cy="329184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87130" y="2898648"/>
            <a:ext cx="50800" cy="329184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16780" y="2852928"/>
            <a:ext cx="76200" cy="420624"/>
          </a:xfrm>
          <a:prstGeom prst="rect">
            <a:avLst/>
          </a:prstGeom>
          <a:solidFill>
            <a:srgbClr val="1A1D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04902" y="2880360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280" y="3977639"/>
            <a:ext cx="19050" cy="640081"/>
          </a:xfrm>
          <a:prstGeom prst="rect">
            <a:avLst/>
          </a:prstGeom>
          <a:solidFill>
            <a:srgbClr val="C2C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49230" y="3895343"/>
            <a:ext cx="3566100" cy="1645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349230" y="3813047"/>
            <a:ext cx="50800" cy="3291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864530" y="3813047"/>
            <a:ext cx="50800" cy="3291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094180" y="3767327"/>
            <a:ext cx="76200" cy="420624"/>
          </a:xfrm>
          <a:prstGeom prst="rect">
            <a:avLst/>
          </a:prstGeom>
          <a:solidFill>
            <a:srgbClr val="1A1D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82302" y="3794759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4B8A6"/>
                </a:solidFill>
                <a:latin typeface="Calibri"/>
              </a:rPr>
              <a:t>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71830" y="3246120"/>
            <a:ext cx="3566100" cy="19050"/>
          </a:xfrm>
          <a:prstGeom prst="rect">
            <a:avLst/>
          </a:prstGeom>
          <a:solidFill>
            <a:srgbClr val="5B6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71830" y="3209544"/>
            <a:ext cx="19050" cy="100584"/>
          </a:xfrm>
          <a:prstGeom prst="rect">
            <a:avLst/>
          </a:prstGeom>
          <a:solidFill>
            <a:srgbClr val="5B6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54880" y="3209544"/>
            <a:ext cx="19050" cy="100584"/>
          </a:xfrm>
          <a:prstGeom prst="rect">
            <a:avLst/>
          </a:prstGeom>
          <a:solidFill>
            <a:srgbClr val="5B6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37930" y="3209544"/>
            <a:ext cx="19050" cy="100584"/>
          </a:xfrm>
          <a:prstGeom prst="rect">
            <a:avLst/>
          </a:prstGeom>
          <a:solidFill>
            <a:srgbClr val="5B6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71830" y="3291840"/>
            <a:ext cx="178305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1A1D29"/>
                </a:solidFill>
                <a:latin typeface="Calibri"/>
              </a:rPr>
              <a:t>150 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3291840"/>
            <a:ext cx="178305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1A1D29"/>
                </a:solidFill>
                <a:latin typeface="Calibri"/>
              </a:rPr>
              <a:t>150 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5029200"/>
            <a:ext cx="2377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A1D29"/>
                </a:solidFill>
                <a:latin typeface="Calibri"/>
              </a:rPr>
              <a:t>←  200 ns apart  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5623560"/>
            <a:ext cx="10698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0" i="1">
                <a:solidFill>
                  <a:srgbClr val="5B6172"/>
                </a:solidFill>
                <a:latin typeface="Calibri"/>
              </a:rPr>
              <a:t>Their true order is unknown — and nothing in the timestamp told you so.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6B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468880"/>
            <a:ext cx="3200400" cy="91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C7D2F0"/>
                </a:solidFill>
                <a:latin typeface="Calibri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6974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A timestamp is an interval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26364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From a point to an interval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Instead of:  “the event happened at t”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Say:  “the event happened at t ± U”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U = the time-uncertainty bound at the moment of observation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Also can be viewed as earliest-latest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Now applications can ask explicit questions: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Is ordering between A and B definite, or ambiguous?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Is this window fresh enough for a compliance decision?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The ordering rule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5257800" cy="2331720"/>
          </a:xfrm>
          <a:prstGeom prst="rect">
            <a:avLst/>
          </a:prstGeom>
          <a:solidFill>
            <a:srgbClr val="ED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91072" y="1600200"/>
            <a:ext cx="5257800" cy="2331720"/>
          </a:xfrm>
          <a:prstGeom prst="rect">
            <a:avLst/>
          </a:prstGeom>
          <a:solidFill>
            <a:srgbClr val="EA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4650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5B6172"/>
                </a:solidFill>
                <a:latin typeface="Calibri"/>
              </a:rPr>
              <a:t>Point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19672" y="174650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4B8A6"/>
                </a:solidFill>
                <a:latin typeface="Calibri"/>
              </a:rPr>
              <a:t>Interval 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2926080"/>
            <a:ext cx="4251960" cy="31750"/>
          </a:xfrm>
          <a:prstGeom prst="rect">
            <a:avLst/>
          </a:prstGeom>
          <a:solidFill>
            <a:srgbClr val="5B6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46120" y="2670048"/>
            <a:ext cx="44450" cy="512064"/>
          </a:xfrm>
          <a:prstGeom prst="rect">
            <a:avLst/>
          </a:prstGeom>
          <a:solidFill>
            <a:srgbClr val="1A1D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80360" y="3236976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A1D29"/>
                </a:solidFill>
                <a:latin typeface="Calibri"/>
              </a:rPr>
              <a:t>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926080"/>
            <a:ext cx="4434840" cy="31750"/>
          </a:xfrm>
          <a:prstGeom prst="rect">
            <a:avLst/>
          </a:prstGeom>
          <a:solidFill>
            <a:srgbClr val="5B6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83879" y="2816352"/>
            <a:ext cx="2103120" cy="219456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83879" y="2670048"/>
            <a:ext cx="44450" cy="512064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242549" y="2670048"/>
            <a:ext cx="44450" cy="512064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235439" y="2624328"/>
            <a:ext cx="44450" cy="603504"/>
          </a:xfrm>
          <a:prstGeom prst="rect">
            <a:avLst/>
          </a:prstGeom>
          <a:solidFill>
            <a:srgbClr val="1A1D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43799" y="23591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2E6BE6"/>
                </a:solidFill>
                <a:latin typeface="Calibri"/>
              </a:rPr>
              <a:t>earliest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46919" y="23591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2E6BE6"/>
                </a:solidFill>
                <a:latin typeface="Calibri"/>
              </a:rPr>
              <a:t>latest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59" y="3236976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6BE6"/>
                </a:solidFill>
                <a:latin typeface="Calibri"/>
              </a:rPr>
              <a:t>t−U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79" y="3236976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A1D29"/>
                </a:solidFill>
                <a:latin typeface="Calibri"/>
              </a:rPr>
              <a:t>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79" y="3236976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6BE6"/>
                </a:solidFill>
                <a:latin typeface="Calibri"/>
              </a:rPr>
              <a:t>t+U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206240"/>
            <a:ext cx="10908792" cy="1234440"/>
          </a:xfrm>
          <a:prstGeom prst="rect">
            <a:avLst/>
          </a:prstGeom>
          <a:solidFill>
            <a:srgbClr val="1A1D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407408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onsolas"/>
              </a:rPr>
              <a:t>A before B   only if   tA + UA  &lt;  tB − UB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956048"/>
            <a:ext cx="1090879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8FE0D6"/>
                </a:solidFill>
                <a:latin typeface="Calibri"/>
              </a:rPr>
              <a:t>otherwise → ambiguous  ·  unknown, not wrong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55961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5B6172"/>
                </a:solidFill>
                <a:latin typeface="Calibri"/>
              </a:rPr>
              <a:t>The overlap region is where causality cannot be resolved from timestamps alone.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What uncertainty is — and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5349240" cy="4297680"/>
          </a:xfrm>
          <a:prstGeom prst="rect">
            <a:avLst/>
          </a:prstGeom>
          <a:solidFill>
            <a:srgbClr val="ED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56232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U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48920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A conservative bound on clock error, right now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Derived from measurable sync state + configured limits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An explicit input to application logic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691640"/>
            <a:ext cx="5349240" cy="4297680"/>
          </a:xfrm>
          <a:prstGeom prst="rect">
            <a:avLst/>
          </a:prstGeom>
          <a:solidFill>
            <a:srgbClr val="EA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856232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4B8A6"/>
                </a:solidFill>
                <a:latin typeface="Calibri"/>
              </a:rPr>
              <a:t>U IS NOT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468880"/>
            <a:ext cx="48920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A statistical confidence interval (unless you add stats)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A substitute for good clock design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Zero just because PTP reports “SLAVE”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6B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468880"/>
            <a:ext cx="3200400" cy="91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C7D2F0"/>
                </a:solidFill>
                <a:latin typeface="Calibri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6974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Where does uncertainty come from?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26364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ANATOMY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Walk the stack, bottom to top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10881360" cy="4114800"/>
          </a:xfrm>
          <a:prstGeom prst="rect">
            <a:avLst/>
          </a:prstGeom>
          <a:solidFill>
            <a:srgbClr val="111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0" rIns="182880" tIns="182880" bIns="182880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6  Userspace observation delay   &lt;- syscall + scheduling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5  Kernel -&gt; userspace transfer  &lt;- IRQ, softirq, copy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4  Timestamp capture point       &lt;- HW vs SW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3  Network                       &lt;- queueing, routing, hop count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2  PHC clock                     &lt;- offset, clock resolution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1  Oscillator                    &lt;- drift, temperature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8247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5B6172"/>
                </a:solidFill>
                <a:latin typeface="Calibri"/>
              </a:rPr>
              <a:t>Each layer adds error or delay. Only some layers expose metrics.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ANATOMY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The uncertainty budget: every source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8813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457200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Source of error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What it contributes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In the bound?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Grandmaster class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advertised GM quality (clockClass / accuracy)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error bound we are told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Offset from grandmaster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our offset, measured from the t1–t4 exchange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yes — |offset| term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Local oscillator drift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free-run drift between syncs (ppb–ppm)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yes — drift term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Holdover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drift with no discipline (ptp4l down)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yes — anchor held, drift grows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Clock read delays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latency to read the PHC / clock_gettime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partial — capture-point dependent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Clock resolution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granularity of the timestamp tick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bounded by tick size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Accumulated path-element delays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residence + queueing over each hop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compensated by PTP (mean)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Link asymmetry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up and down paths differ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unmodeled — conservative gap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ANATOMY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Layers 1–2: oscillator &amp; PHC clock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Oscillator (layer 1): TCXO/OCXO stability (ppb), temperature sensitivity, free-run drift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PHC clock (layer 2): the disciplined hardware clock we actually read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offsetFromMaster — offset estimate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clock resolution — granularity of a single tick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PHC read latency — the cost of reading it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The servo converges toward zero offset; it never mathematically reaches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ANATOMY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Layer 4: where was the timestamp taken?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881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457200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Typical error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PHC hardware RX timestamp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smallest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needs NIC/driver support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SO_TIMESTAMPING (software)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larger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IRQ + softirq delay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clock_gettime() in app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largest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syscall + scheduling jitter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ANATOMY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Layers 3 &amp; 5: network and kernel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Network (layer 3): each hop adds queueing + routing delay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PTP compensates the mean path delay — so it is not in the bound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Residual is link asymmetry (up/down differ), accumulating with hop count — unmodeled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Kernel path (layer 5): Linux exposes useful data — but not as one package: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PTP_SYS_OFFSET / _EXTENDED — PHC vs system clock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SO_TIMESTAMPING — ingress / egress timestamps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ptp4l management API — offset, delay, ingress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ANATOMY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Layer that everyone forgets: staleness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10881360" cy="4114800"/>
          </a:xfrm>
          <a:prstGeom prst="rect">
            <a:avLst/>
          </a:prstGeom>
          <a:solidFill>
            <a:srgbClr val="111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0" rIns="182880" tIns="182880" bIns="182880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Between PTP updates, the clock drifts.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U_drift  =  elapsed_time  x  max_drift_rate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Example:  100 ppm  x  1 s   =   100 microseconds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A perfect offset at sync ingress still becomes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a GROWING interval a moment later.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8247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5B6172"/>
                </a:solidFill>
                <a:latin typeface="Calibri"/>
              </a:rPr>
              <a:t>Staleness turns a point sync measurement into a growing interval — this is what the model daemon implements.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6B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468880"/>
            <a:ext cx="3200400" cy="91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C7D2F0"/>
                </a:solidFill>
                <a:latin typeface="Calibri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6974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Turning PTP state into a bound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26364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PTP → BOUND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PTP answers: what does the protocol believe?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881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457200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Dataset (via ptp4l)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Provides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CURRENT_DATA_SET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offsetFromMaster, meanPathDelay, stepsRemoved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PORT_DATA_SET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port state, logSyncInterval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TIME_STATUS_NP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sync ingress time, grandmaster identity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PORT_HWCLOCK_NP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PHC index (optional)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PTP → BOUND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Ingress time is the drift anchor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10881360" cy="4480560"/>
          </a:xfrm>
          <a:prstGeom prst="rect">
            <a:avLst/>
          </a:prstGeom>
          <a:solidFill>
            <a:srgbClr val="111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0" rIns="182880" tIns="182880" bIns="182880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TIME_STATUS_NP.ingress_time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   = when the last sync event arrived (PHC time)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drift_ns = (time_now - ingress_time)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               * max_drift_ppb / 1e9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Uncertainty grows between sync messages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even when the offset display looks flat.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1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331720"/>
            <a:ext cx="2377440" cy="9144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1A1D29"/>
                </a:solidFill>
                <a:latin typeface="Calibri"/>
              </a:rPr>
              <a:t>total_uncertainty_ns = |offset| + drift + clock_resolution + capture_point_error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42062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0" i="1">
                <a:solidFill>
                  <a:srgbClr val="5B6172"/>
                </a:solidFill>
                <a:latin typeface="Calibri"/>
              </a:rPr>
              <a:t>Example: 12 ns offset + 50 ns drift + 8 ns resolution + 40 ns capture ≈ 110 ns bound.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PTP → BOUND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Sync status is a prerequisite, not a proof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881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457200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Port state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Meaning for uncertainty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SLAVE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actively disciplining — bounds meaningful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UNCALIBRATED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converging — bounds unstable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LISTENING / FAULTY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do not trust ordering claims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ptp4l disconnected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hold last anchor + drift keeps growing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6B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468880"/>
            <a:ext cx="3200400" cy="91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C7D2F0"/>
                </a:solidFill>
                <a:latin typeface="Calibri"/>
              </a:rPr>
              <a:t>PART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6974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A model implementation: ptp-uncertainty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26364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10881360" cy="4114800"/>
          </a:xfrm>
          <a:prstGeom prst="rect">
            <a:avLst/>
          </a:prstGeom>
          <a:solidFill>
            <a:srgbClr val="111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0" rIns="182880" tIns="182880" bIns="182880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ptp4l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  |  Unix management socket (poll offset/delay/ingress)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  v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ptp_unc_dmn        &lt;- daemon: collects + anchors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  |  /ptp_uncertainty (POSIX shared memory)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  v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libptp_unc.so      &lt;- client lib: extrapolates at read time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  |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  v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applications       &lt;- get a live bound, no PTP code needed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8247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5B6172"/>
                </a:solidFill>
                <a:latin typeface="Calibri"/>
              </a:rPr>
              <a:t>No direct PHC access required. A live bound, not just the last offset snapshot.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What the daemon collects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881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457200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Field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offset, delay, steps removed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CURRENT_DATA_SET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port state, sync interval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PORT_DATA_SET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ingress time, grandmaster id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TIME_STATUS_NP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PHC index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PORT_HWCLOCK_NP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Client API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10881360" cy="4114800"/>
          </a:xfrm>
          <a:prstGeom prst="rect">
            <a:avLst/>
          </a:prstGeom>
          <a:solidFill>
            <a:srgbClr val="111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0" rIns="182880" tIns="182880" bIns="182880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struct ptp_unc_handle *h = ptp_unc_open();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struct ptp_uncertainty u;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ptp_unc_get(h, &amp;u);            // uncertainty at now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// u.total_uncertainty_ns, u.drift_ns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// u.is_synchronized, u.ptp4l_connected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// u.age_ns  (snapshot freshness != drift anchor)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ptp_unc_close(h);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8247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5B6172"/>
                </a:solidFill>
                <a:latin typeface="Calibri"/>
              </a:rPr>
              <a:t>Clients extrapolate at read time; age_ns (snapshot freshness) is distinct from the drift term.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Behavior under failure = explicit correctness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10881360" cy="4114800"/>
          </a:xfrm>
          <a:prstGeom prst="rect">
            <a:avLst/>
          </a:prstGeom>
          <a:solidFill>
            <a:srgbClr val="111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0" rIns="182880" tIns="182880" bIns="182880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// ptp4l restarts or disconnects: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//   - preserve last valid sync anchor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//   - set ptp4l_connected = 0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//   - drift KEEPS growing from the held anchor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if (!u.ptp4l_connected ||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    u.total_uncertainty_ns &gt; threshold)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    mark_event_ordering_untrusted();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8247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5B6172"/>
                </a:solidFill>
                <a:latin typeface="Calibri"/>
              </a:rPr>
              <a:t>The application decides what 'trustworthy enough' means — the daemon just keeps the bound honest.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INDUSTRY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You don’t have to take my word for it: Meta’s fbclock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5349240" cy="4297680"/>
          </a:xfrm>
          <a:prstGeom prst="rect">
            <a:avLst/>
          </a:prstGeom>
          <a:solidFill>
            <a:srgbClr val="ED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56232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Meta fbclock  (deployed at scale, 2022)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48920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Returns a Window of Uncertainty: [earliest_ns, latest_ns]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Go daemon reads ptp4l + PHC → shared memory → C library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Statistical k·σ window (Meta targets 6-nines certainty)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Holdover: drift from PHC freq-adjust history + temp/vibration telemetry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691640"/>
            <a:ext cx="5349240" cy="4297680"/>
          </a:xfrm>
          <a:prstGeom prst="rect">
            <a:avLst/>
          </a:prstGeom>
          <a:solidFill>
            <a:srgbClr val="EA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856232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4B8A6"/>
                </a:solidFill>
                <a:latin typeface="Calibri"/>
              </a:rPr>
              <a:t>ptp-uncertainty  (this talk)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468880"/>
            <a:ext cx="48920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Returns total_uncertainty_ns → [t−U, t+U]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ptp_unc_dmn reads ptp4l → /ptp_uncertainty SHM → libptp_unc.so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Conservative worst-case bound (layer stats on top if wanted)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Holdover: hold last anchor, drift grows at max_drift_ppb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6B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468880"/>
            <a:ext cx="3200400" cy="91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C7D2F0"/>
                </a:solidFill>
                <a:latin typeface="Calibri"/>
              </a:rPr>
              <a:t>PART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6974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Measured on real oscillators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26364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64592" cy="50292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19456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MEASURED</a:t>
            </a:r>
          </a:p>
        </p:txBody>
      </p:sp>
      <p:pic>
        <p:nvPicPr>
          <p:cNvPr id="4" name="Picture 3" descr="fig_sawtoo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607" y="749808"/>
            <a:ext cx="10698480" cy="51766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1355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1D29"/>
                </a:solidFill>
                <a:latin typeface="Calibri"/>
              </a:rPr>
              <a:t>A perfect sync becomes a growing interval within one second — this is the drift term, captured live.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64592" cy="50292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19456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MEASURED</a:t>
            </a:r>
          </a:p>
        </p:txBody>
      </p:sp>
      <p:pic>
        <p:nvPicPr>
          <p:cNvPr id="4" name="Picture 3" descr="fig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607" y="749808"/>
            <a:ext cx="10698480" cy="51766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1355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1D29"/>
                </a:solidFill>
                <a:latin typeface="Calibri"/>
              </a:rPr>
              <a:t>Same PTP quality, four oscillator classes — the drift bound alone spans two orders of magnitude.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64592" cy="50292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19456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MEASURED</a:t>
            </a:r>
          </a:p>
        </p:txBody>
      </p:sp>
      <p:pic>
        <p:nvPicPr>
          <p:cNvPr id="4" name="Picture 3" descr="fig_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607" y="749808"/>
            <a:ext cx="10698480" cy="51766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1355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1D29"/>
                </a:solidFill>
                <a:latin typeface="Calibri"/>
              </a:rPr>
              <a:t>Between sync messages, oscillator holdover — not PTP — decides whether your bound is 0.3 µs or 120 µs.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6B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468880"/>
            <a:ext cx="3200400" cy="91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C7D2F0"/>
                </a:solidFill>
                <a:latin typeface="Calibri"/>
              </a:rPr>
              <a:t>PART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6974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 full story: fast time + its uncertainty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26364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1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331720"/>
            <a:ext cx="2377440" cy="9144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1A1D29"/>
                </a:solidFill>
                <a:latin typeface="Calibri"/>
              </a:rPr>
              <a:t>Fast access gives you the time cheaply. Uncertainty tells you how far to trust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42062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0" i="1">
                <a:solidFill>
                  <a:srgbClr val="5B6172"/>
                </a:solidFill>
                <a:latin typeface="Calibri"/>
              </a:rPr>
              <a:t>The prior talk made the read fast; this one puts an error bar on it — fast time and its uncertainty, together.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THE FULL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Fast time + its uncertainty compose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881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457200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Capability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Fast read alone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+ uncertainty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Low-overhead timestamp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Compare two events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point compare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interval compare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Know when order is ambiguous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explicit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Gate decisions on trust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threshold on U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Merge / correlation window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fixed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adapts to live U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6B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468880"/>
            <a:ext cx="3200400" cy="91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C7D2F0"/>
                </a:solidFill>
                <a:latin typeface="Calibri"/>
              </a:rPr>
              <a:t>PART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6974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Linux APIs: what we have, what we lack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26364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KERNEL LIMITS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The kernel gives ingredients, not the recipe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5349240" cy="4297680"/>
          </a:xfrm>
          <a:prstGeom prst="rect">
            <a:avLst/>
          </a:prstGeom>
          <a:solidFill>
            <a:srgbClr val="ED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56232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Available today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48920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SO_TIMESTAMPING — HW/SW RX/TX timestamps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PTP_SYS_OFFSET(_EXTENDED) — PHC ↔ system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ptp4l mgmt socket — offset, delay, ingress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/dev/ptpN — freq adjust, ext timestamps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691640"/>
            <a:ext cx="5349240" cy="4297680"/>
          </a:xfrm>
          <a:prstGeom prst="rect">
            <a:avLst/>
          </a:prstGeom>
          <a:solidFill>
            <a:srgbClr val="EA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856232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4B8A6"/>
                </a:solidFill>
                <a:latin typeface="Calibri"/>
              </a:rPr>
              <a:t>Not exposed / not standardized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468880"/>
            <a:ext cx="48920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Oscillator stability (Allan deviation)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Calibration age + temperature model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Per-read PHC access-latency bound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A unified “staleness since last discipline”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Timestamps are intervals — design systems around t ± U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PTP provides inputs, not a complete uncertainty model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Staleness / drift is the term most tools ignore — don’t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Explicit bounds enable explicit correctness for ordering &amp; compliance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The full story: fast access to the time and its associated uncertainty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0"/>
            <a:ext cx="12191695" cy="82296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25496"/>
            <a:ext cx="3840480" cy="8229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10896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C7D2F0"/>
                </a:solidFill>
                <a:latin typeface="Calibri"/>
              </a:rPr>
              <a:t>Treat time as an interval. Make the error bar part of the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51206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9AA6C4"/>
                </a:solidFill>
                <a:latin typeface="Consolas"/>
              </a:rPr>
              <a:t>ptp-uncertainty  ·  daemon + libptp_unc.so + watch_uncertainty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