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room: who has debugged a distributed trace where events looked out of order? Almost every hand goes up. That is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prior talk made reading the PTP hardware clock cheap — the Hermóðr PoC approximates the device clock in userspace from the CPU counter, cutting a /dev/ptpX read from ~5 microseconds (syscall + PCIe) down to tens of nanoseconds. Note the shape: a daemon that cross-timestamps and estimates drift, a snapshot in shared memory, and a small client library — the same skeleton as ptp-uncertainty. This talk adds the missing half: the uncertainty of that time. Together they are the full story — fast access to the time and its associated error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Precision is necessary but insufficient. Higher precision made silent errors both more likely to be relied on and harder to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Draft with the full menu of use cases — trim during review. The core three (ordering, causality, compliance) carry the argument; the rest map the blast radius: databases (external consistency / commit-wait), profiling (cross-node spans), coordination (leases → split brain), observability (telemetry skew), audit/forensics, cyber-physical (sensor fusion), and regulated timestamping (MiFID II). Auditors care about defensible ordering, not nanosecond vanity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aha. The numbers look confident; the reality is ambiguous. We need the error bar to be part of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thesis of the abstract. Keep returning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this on a whiteboard if possible. 'Unknown' is a valid, useful answer a system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conservatism: we want a defensible upper bound, not a best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slowly. The point: 'the event time' means different things at different layers even when everything is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consolidated budget before we zoom into individual layers. Two sources come from the source clock itself: the grandmaster's class (clockClass / clockAccuracy) and its own residual time error — both reach us folded into offsetFromMaster and stepsRemoved. Two come from our local oscillator: its free-run drift between sync messages, and holdover when discipline is lost entirely. Two are properties of reading the clock: the access latency of a PHC or clock_gettime read, and the finite resolution of the tick itself. And two live in the network: the delays accumulated across every transparent/boundary clock and queue on the path (whose mean PTP measures and compensates), and link asymmetry — the up/down difference PTP cannot see, which stays an unmodeled conservative gap. The rest of Part 3 drills into the ones that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PTP believes something about your clock. That belief is an input to U, not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for profiling: GPU, NIC and CPU may live in different timestamp domains even when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 path delay is measured and compensated by PTP, so it does not belong in the uncertainty bound; only the residual up/down asymmetry does, and we do not get a clean measurement of it. Foreshadow the kernel-gaps section: ingredients exist, the single 'current uncertainty' API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tools show offset but never show the interval growing since the last correction. This is the term the daemon makes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PTP does NOT answer 'what is my application-level timestamp error bar?'. We build that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makes 'staleness' concrete: anchor at ingress, extrapolate at read time using a worst-case drift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PTP measures and compensates the mean path delay inside the offset, so adding it back would double-count. The residual path-asymmetry term is real but unmodeled here — a known conservative gap. This is a practical model, not a full Allan-deviation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'Synchronized' is necessary but not sufficient. The last row is the interesting failure mode the daemon handles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theory to something the audience can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 features: poll interval derived from logSyncInterval (&gt;=2x sync rate); optional PHC index autodetection.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snapshot age vs drift — a common confusion and a good teaching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abstract's phrase 'evaluate temporal correctness explicitly' turned into three lines of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interval model is not academic. Meta's fbclock ships 'Window of Uncertainty' [earliest, latest] to a fleet of PTP clients using the same daemon+shmem+library shape this talk arrives at independently. Two honest differences: (1) Meta computes a statistical sigma-based window (M = clockaccuracy + |offset| + stddev(offset); W = mean(M) + k*stddev(M), k-&gt;4), we default to a conservative worst-case bound; (2) Meta estimates holdover drift empirically from PHC frequency-adjustment history (1.5 * mean(|freqchange|)) plus temperature and vibration telemetry, we use a configured max_drift_ppb. Same skeleton, different knobs. Source: 'How Precision Time Protocol is being deployed at Meta', Meta Engineering, 2022; github.com/facebook/time/fbclock.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capture from watch_uncertainty against a live ptp4l at 1 Hz sync, 10 ppm drift bound. Mean path delay is compensated by PTP, so the bound is |offset| + drift; the dashed line is the tiny |offset| floor (tens of ns) and the sawtooth is staleness accumulating between sync messages and resetting at each ingress. This is slide 17's claim,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run has the same tiny |offset| floor (tens of ns) because path delay is compensated by PTP. Only max_drift_ppb changes: 100 ppb (OCXO), 1 ppm (TCXO), 10 ppm, 100 ppm. Log scale. The envelope is set by staleness, not by PTP.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Peak-moment budget per class, as |offset| + drift. For the OCXO, offset and drift are comparable (~0.3 us total); for the basic XO, drift is essentially 100%. Same protocol, same network, the peak bound runs from ~0.3 us to ~120 us from the crystal alone. This is why oscillator stability must be part of the model and why the kernel not exposing it (next section) is the real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bridge to the prior fast-PHC-access talk (Hermóðr). Both halves share a daemon + shared-memory + client-library shape and compose into one primitive: a timestamp you can read cheaply — tens of nanoseconds instead of microseconds — and trust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 reads (prior talk) and the uncertainty bound (this talk) are two halves of one time primitive: read the clock cheaply, and know how wrong it might be. Example: two events 300 ns apart, each U ~ 500 ns — the fast read alone says 'A before B'; with U the order is honestly ambiguous.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Matches the abstract's conclusion: frequency offset is available, but oscillator stability and calibration staleness are not — so precise bounds still need operator config and hardware knowledge. The measurements just proved how much that missing oscillator term matters. And Meta's fbclock is the existence proof: to run holdover in production they estimate drift from PHC frequency-adjustment history and calibrate it with temperature and vibration telemetry — exactly the data the kernel does not hand you. Do not oversell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bridge sentence: better profiles need better time — and better time needs error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collaborate with profiling-tool authors. Have the demo plot ready as a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2841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8813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Making Time Uncertainty a First-Class Concept in Linux Timing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20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C7D2F0"/>
                </a:solidFill>
                <a:latin typeface="Calibri"/>
              </a:rPr>
              <a:t>Trustworthy timestamps for distributed and AI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394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alibri"/>
              </a:rPr>
              <a:t>Time uncertainty as a first-class property  ·  built on Linux + PTP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make this decision constantly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event A at T₁   →   event B at T₂   →   “A happened before B”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Ordering. Causality. “Which write won?” “What caused the stall?”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hidden assumption: both timestamps are exact points.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Clocks disagree. Timestamps are captured at different layers.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Synchronization data goes stale between updates.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Two talks, one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This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What is the error bar on a timestamp?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Timestamps as intervals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Explicit correctness criteria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“Can I trust this time?”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Prior talk — fast PHC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How do we read the clock cheaply?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PHC reads without syscall / PCIe overhead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Userspace PHC approximation (Hermóðr)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~5 µs syscall+PCIe read → ~60 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Precise is not the same as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spent a decade chasing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Sub-microsecond PTP is now common on data-center and AI fabrics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Hardware timestamping in NICs, SmartNICs, DPUs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Multi-node GPU traces spanning thousands of ranks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better our clocks got, the more we trusted them — implicitly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Precision raised confidence faster than it raised correctness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Ways timestamps quietly mislead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32261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Naive claim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What can go wrong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 before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intervals overlap → order is unknown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Causality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 caused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off-by-one across nodes → false cause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log is ordered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cannot prove ordering is defensible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Consistency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commit A visible before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overlap breaks external consistency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Profiling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span A nested in span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cross-node spans misorder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Leases / locks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lease expired before regrant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overlap → split brain / two leaders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Telemetry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counters sampled together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inter-node skew → phantom correlations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Forensics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log A caused log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causal chain is indefensible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Sensor fusion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radar + camera aligned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physical-world misalignment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trade timestamped correctly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can't prove mandated window (MiFID II)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Two events 200 ns apart, each known to ±150 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Their true order is unknown — and nothing in the timestamp told you 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timestamp is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From a point to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Instead of:  “the event happened at t”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Say:  “the event happened at t ± U”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U = the time-uncertainty bound at the moment of observation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Now applications can ask explicit questions: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Is ordering between A and B definite, or ambiguous?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Is this window fresh enough for a compliance decision?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ordering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5257800" cy="233172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91072" y="1600200"/>
            <a:ext cx="5257800" cy="233172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465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B6172"/>
                </a:solidFill>
                <a:latin typeface="Calibri"/>
              </a:rPr>
              <a:t>Point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9672" y="17465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Interval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926080"/>
            <a:ext cx="4251960" cy="317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2670048"/>
            <a:ext cx="44450" cy="51206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23697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1D29"/>
                </a:solidFill>
                <a:latin typeface="Calibri"/>
              </a:rPr>
              <a:t>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926080"/>
            <a:ext cx="4434840" cy="317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2816352"/>
            <a:ext cx="2103120" cy="21945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2670048"/>
            <a:ext cx="44450" cy="51206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2549" y="2670048"/>
            <a:ext cx="44450" cy="51206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5439" y="2624328"/>
            <a:ext cx="44450" cy="60350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59" y="3236976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6BE6"/>
                </a:solidFill>
                <a:latin typeface="Calibri"/>
              </a:rPr>
              <a:t>t−U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79" y="323697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D29"/>
                </a:solidFill>
                <a:latin typeface="Calibri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9" y="3236976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6BE6"/>
                </a:solidFill>
                <a:latin typeface="Calibri"/>
              </a:rPr>
              <a:t>t+U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206240"/>
            <a:ext cx="10908792" cy="1234440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onsolas"/>
              </a:rPr>
              <a:t>A before B   only if   tA + UA  &lt;  tB − 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56048"/>
            <a:ext cx="1090879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8FE0D6"/>
                </a:solidFill>
                <a:latin typeface="Calibri"/>
              </a:rPr>
              <a:t>otherwise → ambiguous  ·  unknown, not wrong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5961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overlap region is where causality cannot be resolved from timestamps alone.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uncertainty is — and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U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conservative bound on clock error, right now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Derived from measurable sync state + configured limits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An explicit input to application logic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U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statistical confidence interval (unless you add stats)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substitute for good clock design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Zero just because PTP reports “SLAVE”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Where does uncertainty come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Walk the stack, bottom to 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6  Userspace observation delay      &lt;- syscall + scheduling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5  Kernel -&gt; userspace transfer     &lt;- IRQ, softirq, copy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4  Timestamp capture point          &lt;- HW vs SW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3  Network path asymmetry           &lt;- queueing, routing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2  PTP servo &amp; synchronization      &lt;- offset, delay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1  Oscillator / PHC hardware        &lt;- drift,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Each layer adds error or delay. Only some layers expose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uncertainty budget: every source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Source of error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What it contributes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In the bound?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Grandmaster class &amp; its own error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GM clockClass / accuracy + the GM’s time error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via |offset| (steps removed)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Local oscillator drift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free-run drift between syncs (ppb–ppm)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 — drift term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Holdover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drift with no discipline (ptp4l down)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 — anchor held, drift grows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Clock read delays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latency to read the PHC / clock_gettime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partial — capture-point dependent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Clock resolution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granularity of the timestamp tick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bounded by tick size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Accumulated path-element delays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residence + queueing over each hop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compensated by PTP (mean)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Link asymmetry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up and down paths differ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unmodeled — conservative gap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1–2: hardware &amp; sync offset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Oscillator: TCXO/OCXO stability (ppb), temperature sensitivity, PHC read latency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PTP gives estimates, not truths: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offsetFromMaster — clock offset estimate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meanPathDelay — path-asymmetry estimate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stepsRemoved — distance from the grandmaster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servo converges; it never mathematically reaches zero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4: where was the timestamp taken?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Typical error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hardware RX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needs NIC/driver support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SO_TIMESTAMPING (software)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IRQ + softirq delay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clock_gettime() in app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syscall + scheduling jitter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3 &amp; 5: network and kernel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PTP compensates the mean path delay — so it is not in the bound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Residual risk is path asymmetry (up/down differ) — unmodeled today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Linux exposes useful data — but not as one package: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PTP_SYS_OFFSET / _EXTENDED — PHC vs system clock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SO_TIMESTAMPING — ingress / egress timestamps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ptp4l management API — offset, delay, ingress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that everyone forgets: staleness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Between PTP updates, the clock drifts.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U_drift  =  elapsed_time  x  max_drift_rate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Example:  100 ppm  x  1 s   =   100 microseconds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perfect offset at sync ingress still becomes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GROWING interval a moment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Staleness turns a point sync measurement into a growing interval — this is what the model daemon implements.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Turning PTP state into a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PTP answers: what does the protocol believe?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Dataset (via ptp4l)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Provides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offsetFromMaster, meanPathDelay, stepsRemoved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 state, logSyncInterval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sync ingress time, grandmaster identity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PHC index (optional)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Ingress time is the drift anchor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48056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TIME_STATUS_NP.ingress_time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= when the last sync event arrived (PHC time)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drift_ns = (now_mono - ingress_mono)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      * max_drift_ppb / 1e9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Uncertainty grows between sync messages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even when the offset display looks flat.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total_uncertainty_ns = |offset| +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Mean path delay is compensated by PTP, so it is excluded.  Example: 80 ns offset + 50 ns drift = 130 ns bound.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Sync status is a prerequisite, not a proof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Port state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Meaning for uncertainty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SLAVE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actively disciplining — bounds meaningful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UNCALIBRATED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converging — bounds unstable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LISTENING / FAULTY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do not trust ordering claims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ptp4l disconnected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hold last anchor + drift keeps growing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model implementation: ptp-uncertainty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ptp4l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Unix management socket (poll offset/delay/ingress)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ptp_unc_dmn        &lt;- daemon: collects + anchors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/ptp_uncertainty (POSIX shared memory)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libptp_unc.so      &lt;- client lib: extrapolates at read time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applications       &lt;- get a live bound, no PTP code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No direct PHC access required. A live bound, not just the last offset snapshot.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the daemon collects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offset, delay, steps 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 state, sync 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ingress time, grandmaster id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index (optional)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Client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ptp_unc_handle *h = ptp_unc_open();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ptp_uncertainty u;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ptp_unc_get(h, &amp;u);            // uncertainty at now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ptp_unc_get_at(h, &amp;u, t_mono); // at a given monotonic 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u.total_uncertainty_ns, u.drift_ns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u.is_synchronized, u.ptp4l_connected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u.age_ns  (snapshot freshness != drift anchor)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ptp_unc_close(h);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Clients extrapolate at read time; age_ns (snapshot freshness) is distinct from the drift term.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Behavior under failure = explicit correctness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ptp4l restarts or disconnects: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preserve last valid sync anchor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set ptp4l_connected = 0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drift KEEPS growing from the held anchor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if (!u.ptp4l_connected ||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u.total_uncertainty_ns &gt; threshold)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mark_event_ordering_untrusted();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application decides what 'trustworthy enough' means — the daemon just keeps the bound honest.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INDUSTRY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You don’t have to take my word for it: Meta’s fbclock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Meta fbclock  (deployed at scale, 2022)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Returns a Window of Uncertainty: [earliest_ns, latest_ns]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Go daemon reads ptp4l + PHC → shared memory → C library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Statistical k·σ window (Meta targets 6-nines certainty)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Holdover: drift from PHC freq-adjust history + temp/vibration telemetry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ptp-uncertainty  (this talk)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Returns total_uncertainty_ns → [t−U, t+U]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ptp_unc_dmn reads ptp4l → /ptp_uncertainty SHM → libptp_unc.so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Conservative worst-case bound (layer stats on top if wanted)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Holdover: hold last anchor, drift grows at max_drift_ppb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Measured on real oscillators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sawtoo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A perfect sync becomes a growing interval within one second — this is the drift term, captured live.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Same PTP quality, four oscillator classes — the drift bound alone spans two orders of magnitude.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Between sync messages, oscillator holdover — not PTP — decides whether your bound is 0.3 µs or 120 µs.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full story: fast time + its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Fast access gives you the time cheaply. Uncertainty tells you how far to trust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The prior talk made the read fast; this one puts an error bar on it — fast time and its uncertainty,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FULL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Fast time + its uncertainty compose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Fast read alone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+ uncertainty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Low-overhead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Compare two events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point compare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interval compare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Know when order is ambiguous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Gate decisions on trust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threshold on U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Merge / correlation window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adapts to live U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Linux APIs: what we have, what we 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KERNEL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kernel gives ingredients, not the recipe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Available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SO_TIMESTAMPING — HW/SW RX/TX timestamps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PTP_SYS_OFFSET(_EXTENDED) — PHC ↔ system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ptp4l mgmt socket — offset, delay, ingress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/dev/ptpN — freq adjust, ext timestamps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Not exposed / not standardized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Oscillator stability (Allan deviation)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Calibration age + temperature model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Per-read PHC access-latency bound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unified “staleness since last discipline”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Timestamps are intervals — design systems around t ± U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PTP provides inputs, not a complete uncertainty model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Staleness / drift is the term most tools ignore — don’t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Explicit bounds enable explicit correctness for ordering &amp; compliance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full story: fast access to the time and its associated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2549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7D2F0"/>
                </a:solidFill>
                <a:latin typeface="Calibri"/>
              </a:rPr>
              <a:t>Treat time as an interval. Make the error bar part of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1206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onsolas"/>
              </a:rPr>
              <a:t>ptp-uncertainty  ·  daemon + libptp_unc.so + watch_uncertainty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