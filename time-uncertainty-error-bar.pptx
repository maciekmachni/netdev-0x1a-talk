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56"/>
    <p:restoredTop sz="94673"/>
  </p:normalViewPr>
  <p:slideViewPr>
    <p:cSldViewPr snapToGrid="0" snapToObjects="1">
      <p:cViewPr varScale="1">
        <p:scale>
          <a:sx n="88" d="100"/>
          <a:sy n="88" d="100"/>
        </p:scale>
        <p:origin x="216" y="10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074B35-7B27-CA40-8664-EC8389EE789D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EC2DE-F468-9749-BC91-10A9478E1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88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the room: who has debugged a distributed trace where events looked out of order? Almost every hand goes up. That is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prior talk made reading the PTP hardware clock cheap — the Hermóðr PoC approximates the device clock in userspace from the CPU counter, cutting a /dev/ptpX read from ~5 microseconds (syscall + PCIe) down to tens of nanoseconds. Note the shape: a daemon that cross-timestamps and estimates drift, a snapshot in shared memory, and a small client library — the same skeleton as ptp-uncertainty. This talk adds the missing half: the uncertainty of that time. Together they are the full story — fast access to the time and its associated error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Precision is necessary but insufficient. Higher precision made silent errors both more likely to be relied on and harder to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Draft with the full menu of use cases — trim during review. The core three (ordering, causality, compliance) carry the argument; the rest map the blast radius: databases (external consistency / commit-wait), profiling (cross-node spans), coordination (leases → split brain), observability (telemetry skew), audit/forensics, cyber-physical (sensor fusion), and regulated timestamping (MiFID II). Auditors care about defensible ordering, not nanosecond vanity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aha. The numbers look confident; the reality is ambiguous. Each bar is the timestamp ± its uncertainty; because 150 + 150 &gt; 200, the intervals overlap (amber) and either event could have come first. We need the error bar to be part of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core thesis of the abstract. Keep returning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Draw this on a whiteboard if possible. The interval end-points have names: t−U is the earliest the event could have happened, t+U the latest. 'Unknown' is a valid, useful answer a system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honest about the claim. We compute an operational uncertainty envelope under stated assumptions (|freq error| &lt;= D_max, |asymmetry| &lt;= A_max, bounded offset-estimation error), not a proven mathematical upper bound on true clock error — because we omit terms like link asymmetry. Call it an envelope, state the assumptions, and it becomes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slowly. The point: 'the event time' means different things at different layers even when everything is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consolidated budget — and it splits cleanly into two owners. U_clock (the daemon/library): the grandmaster's advertised class; the offsetFromMaster *estimate* plus U_est, the uncertainty of that estimate; the residual frequency error bounded by D_max times age; holdover; and a half-tick of clock resolution. The estimated mean path delay is compensated by PTP, but its estimation error and link asymmetry remain and fold into U_est — they are not zero. U_capture (the application): how the event was actually stamped — HW vs SW vs a converted GPU counter — which the daemon cannot know. U_event = U_clock + U_capture. Everything is an envelope under stated assumptions, not a proven upper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Layer 1 is the oscillator alone — stability in ppb and temperature sensitivity. Layer 2 is the PHC clock it feeds: offsetFromMaster is an *estimate* of the clock bias, not a bound — it carries its own uncertainty U_est from timestamp noise, delay variation and asymmetry. Resolution is a quantization term (half a tick), derived from the *effective* clock/timestamp granularity, not necessarily the clock_getres() API value. PTP believes something about your clock; that belief is an input to U, not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three things distinct: clock uncertainty (U_clock, the bound we built), timestamp-capture uncertainty (where/how the stamp was taken), and pure observation latency. clock_gettime's syscall latency is not itself error — the returned value is the clock at the read point; it only becomes uncertainty when you claim an *earlier* event happened at that time, so the event→read gap is what counts. This is U_capture, owned by the application and added on top of U_clock — the daemon cannot know how you stamped. Critical for profiling: GPU, NIC and CPU may stamp in different domains even when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Layer 3 is the network: every hop — transparent/boundary clocks and queues — adds delay. PTP measures and compensates the *estimated* mean path delay, but the estimation error of that mean does not vanish; together with link asymmetry it grows with hop count and folds into U_est. We do not get a clean measurement of it. Layer 5 is the kernel path: the ingredients exist (PTP_SYS_OFFSET, SO_TIMESTAMPING) but the disciplined sync-state only lives in ptp4l userspace, and there is no coherent-epoch snapshot. Foreshadow the kernel-gaps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Careful with words here. The PHC is frequency-disciplined by ptp4l, so between syncs it does not free-run at the raw XO tolerance — the last correction stays programmed. The honest statement is |residual frequency error| &lt;= D_max, so U_drift = age x D_max: an attributed bound, not a measurement of oscillator drift. Many tools show offset but never show this envelope growing since the last correction; that is the term the daemon makes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PTP does NOT answer 'what is my application-level timestamp error bar?'. And note these four datasets are polled independently over the management interface — there is no single call that returns a coherent clock-state at one observation epoch. We build the bound on top, and that missing coherent snapshot is the real kernel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anchor at the sync ingress and extrapolate the attributed drift bound at read time. Two honesty points: (1) this is a bound on residual frequency error while the servo is active, not free-run XO drift; (2) offsetFromMaster (CURRENT_DATA_SET) and ingress_time (TIME_STATUS_NP) are polled from different management datasets, so we are treating two non-atomic observations as one epoch. That snapshot-coherence gap is itself a strong argument for the kernel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rigorous form. offsetFromMaster is an *estimate* of the clock bias, not a bound on it, so it enters as |offset_est| (left uncorrected) plus U_est, the uncertainty of that estimate (timestamp noise, PDV, residual path-delay-estimation error, asymmetry). The drift term is age x D_max — an attributed bound on residual frequency error while the PHC is disciplined, not measured oscillator drift. Resolution enters as a +/- half-tick quantization. Capture uncertainty is separate: the daemon exposes U_clock; the application adds U_capture for how *it* stamped the event. It holds only under the stated assumptions — name them and the envelope is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'Synchronized' is necessary but not sufficient. The last row is the interesting failure mode the daemon handles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Transition from theory to something the audience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 features: poll interval derived from logSyncInterval (&gt;=2x sync rate); optional PHC index autodetection.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clarifications. First, the split: total_uncertainty_ns is U_clock, the clock-error envelope; the application composes U_event = U_clock + U_capture with whatever it knows about how it stamped the event (HW timestamp, SO_TIMESTAMPING, GPU counter). Second, age_ns is snapshot freshness — how old the daemon's shared-memory update is — which is distinct from the drift anchor age. A common confusion and a good teaching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abstract's phrase 'evaluate temporal correctness explicitly' turned into three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interval model is not academic. Meta's fbclock ships 'Window of Uncertainty' [earliest, latest] to a fleet of PTP clients using the same daemon+shmem+library shape this talk arrives at independently. Two honest differences: (1) Meta computes a statistical sigma-based window (M = clockaccuracy + |offset| + stddev(offset); W = mean(M) + k*stddev(M), k-&gt;4), we default to a conservative worst-case bound; (2) Meta estimates holdover drift empirically from PHC frequency-adjustment history (1.5 * mean(|freqchange|)) plus temperature and vibration telemetry, we use a configured max_drift_ppb. Same skeleton, different knobs. Source: 'How Precision Time Protocol is being deployed at Meta', Meta Engineering, 2022; github.com/facebook/time/fbclock.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host and live ptp4l at 1 Hz; the daemon's configured drift bound is D_max = 10 ppm. This plots the model output: the uncertainty envelope = |offset_est| + age×D_max. The dashed line is the residual |offset_est| floor (tens of ns) after the estimated mean path delay is compensated; the sawtooth is the attributed drift bound growing between syncs and resetting at each ingress anchor. It demonstrates growth of the bound, not actual oscillator drift — the PHC is disciplined, so the physical quantity is residual frequency error, which we bound by D_max.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host, same ptp4l state; only the configured max_drift_ppb changes: 100 ppb, 1 ppm, 10 ppm, 100 ppm — four oscillator assumptions, not four measured crystals. Every run shares the same residual |offset_est| floor (tens of ns) after estimated path-delay compensation. Log scale. The envelope is set by the configured bound, not by measured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Peak-moment envelope per assumption, as |offset_est| + age×D_max. For the tight bound (OCXO assumption) the residual offset and the attributed drift are comparable; for the loose bound (basic-XO assumption) the attributed drift is essentially all of it. Same host, same ptp4l, four configured D_max: the peak envelope runs ~0.3 us to ~120 us from the assumed drift bound alone. This is why the drift bound must be a first-class, configured input — and why the kernel not exposing a coherent clock-state (next section) is the real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Explicit bridge to the prior fast-PHC-access talk (Hermóðr). Both halves share a daemon + shared-memory + client-library shape and compose into one primitive: a timestamp you can read cheaply — tens of nanoseconds instead of microseconds — and trust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Fast reads (prior talk) and the uncertainty bound (this talk) are two halves of one time primitive: read the clock cheaply, and know how wrong it might be. Example: two events 300 ns apart, each U ~ 500 ns — the fast read alone says 'A before B'; with U the order is honestly ambiguous.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Correction to the usual framing: the ptp4l management socket is not a kernel API — it lives in userspace. The kernel exposes raw ingredients (SO_TIMESTAMPING, PTP_SYS_OFFSET, /dev/ptpN) but no disciplined PTP sync state. And the sharper thesis: it's not merely that the data isn't in one place — it's that Linux/PTP exposes no *coherent* clock-state at a single observation epoch. Today offsetFromMaster and ingress_time come from different datasets polled independently, so we stitch non-atomic observations into one 'now'. The primitive I'd add is one atomic snapshot at a defined epoch (built on the ptp-uncertainty IPC segment): master_offset_ns, ingress_time_ns, max_drift_ppb, gm_id, steps_removed — enough metadata to derive an uncertainty envelope under stated assumptions. Be honest about steps_removed: a static per-hop value is a crude policy heuristic, not a physical bound — transparent vs boundary clocks differ. And the harder physical unknowns (oscillator stability, calibration age) still need operator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bridge sentence: better profiles need better time — and better time needs error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Offer to collaborate with profiling-tool authors. Have the demo plot ready as a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32841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88136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Making Time Uncertainty a First-Class Concept in Linux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2044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C7D2F0"/>
                </a:solidFill>
                <a:latin typeface="Calibri"/>
              </a:rPr>
              <a:t>Trustworthy timestamps for distributed and AI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3949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alibri"/>
              </a:rPr>
              <a:t>Time uncertainty as a first-class property  ·  built on Linux + PTP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make this decision constantly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event A at T₁   →   event B at T₂   →   “A happened before B”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Ordering. Causality. “Which write won?” “What caused the stall?”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The hidden assumption: both timestamps are exact points.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Clocks disagree. Timestamps are captured at different layers.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Synchronization data goes stale between updates.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talks, one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This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What is the error bar on a timestamp?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Timestamps as intervals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Explicit correctness criteria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“Can I trust this time?”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4B8A6"/>
                </a:solidFill>
                <a:latin typeface="Calibri"/>
              </a:rPr>
              <a:t>Prior talk — fast PHC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How do we read the clock cheaply?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PHC reads without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syscall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/ PCIe overhead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Userspace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PHC approximation (Hermóðr)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~5 µs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syscall+PCIe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read → ~60 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  <p:bldP spid="8" grpId="0" animBg="1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Precise is not the same as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spent two decades chasing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Sub-microsecond PTP is now common on data-center and AI fabrics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Hardware timestamping in NICs, </a:t>
            </a:r>
            <a:r>
              <a:rPr sz="1800" b="0" i="0" dirty="0" err="1">
                <a:solidFill>
                  <a:srgbClr val="1A1D29"/>
                </a:solidFill>
                <a:latin typeface="Calibri"/>
              </a:rPr>
              <a:t>SmartNICs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, DPUs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Multi-node GPU traces spanning thousands of ranks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The better our clocks got, the more we trusted them — implicitly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Precision raised confidence faster than it raised correctness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Ways timestamps quietly mislead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Naive claim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can go wrong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before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intervals overlap → order is unknown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Causality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caused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off-by-one across nodes → false cause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is ordered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cannot prove ordering is defensible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commit A visible before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breaks external 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Profiling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span A nested in span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cross-node spans misorder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Leases / locks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lease expired before regrant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→ split brain / two leaders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Telemetry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counters sampled together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inter-node skew → phantom correlations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Forensics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A caused log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causal chain is indefensible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Sensor fusion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radar + camera aligned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physical-world misalignment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trade timestamped correctly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can't prove mandated window (MiFID II)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Launch time load balancing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packets will have their dedicated slots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packet collisions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932688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events 200 ns apart, each known to ±150 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49230" y="2697480"/>
            <a:ext cx="1188700" cy="1920240"/>
          </a:xfrm>
          <a:prstGeom prst="rect">
            <a:avLst/>
          </a:prstGeom>
          <a:solidFill>
            <a:srgbClr val="FBE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49230" y="2743200"/>
            <a:ext cx="11887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4760A"/>
                </a:solidFill>
                <a:latin typeface="Calibri"/>
              </a:rPr>
              <a:t>overlap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80" y="4617720"/>
            <a:ext cx="7132200" cy="2540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54880" y="3063240"/>
            <a:ext cx="19050" cy="1554480"/>
          </a:xfrm>
          <a:prstGeom prst="rect">
            <a:avLst/>
          </a:prstGeom>
          <a:solidFill>
            <a:srgbClr val="C2C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971830" y="2980944"/>
            <a:ext cx="3566100" cy="16459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71830" y="2898648"/>
            <a:ext cx="50800" cy="32918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87130" y="2898648"/>
            <a:ext cx="50800" cy="32918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16780" y="2852928"/>
            <a:ext cx="76200" cy="42062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04902" y="28803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280" y="3977639"/>
            <a:ext cx="19050" cy="640081"/>
          </a:xfrm>
          <a:prstGeom prst="rect">
            <a:avLst/>
          </a:prstGeom>
          <a:solidFill>
            <a:srgbClr val="C2C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49230" y="3895343"/>
            <a:ext cx="3566100" cy="1645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49230" y="3813047"/>
            <a:ext cx="5080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864530" y="3813047"/>
            <a:ext cx="5080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094180" y="3767327"/>
            <a:ext cx="76200" cy="42062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82302" y="3794759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71830" y="3246120"/>
            <a:ext cx="3566100" cy="190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97183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5488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3793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71830" y="3291840"/>
            <a:ext cx="178305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1A1D29"/>
                </a:solidFill>
                <a:latin typeface="Calibri"/>
              </a:rPr>
              <a:t>150 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78305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1A1D29"/>
                </a:solidFill>
                <a:latin typeface="Calibri"/>
              </a:rPr>
              <a:t>150 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029200"/>
            <a:ext cx="2377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D29"/>
                </a:solidFill>
                <a:latin typeface="Calibri"/>
              </a:rPr>
              <a:t>←  200 ns apart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6235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 dirty="0">
                <a:solidFill>
                  <a:srgbClr val="5B6172"/>
                </a:solidFill>
                <a:latin typeface="Calibri"/>
              </a:rPr>
              <a:t>Their true order is unknown — and nothing in the timestamp told you so.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timestamp is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From a point to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Instead of:  “the event happened at t”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Say:  “the event happened at t ± U”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U = the time-uncertainty bound at the moment of observation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Also can be viewed as earliest-latest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Now applications can ask explicit questions: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Is ordering between A and B definite, or ambiguous?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Is this window fresh enough for a compliance decision?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ordering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5257800" cy="233172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91072" y="1600200"/>
            <a:ext cx="5257800" cy="233172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46504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B6172"/>
                </a:solidFill>
                <a:latin typeface="Calibri"/>
              </a:rPr>
              <a:t>Point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9672" y="1746504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Interval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926080"/>
            <a:ext cx="425196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6120" y="2670048"/>
            <a:ext cx="44450" cy="51206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3236976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926080"/>
            <a:ext cx="443484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83879" y="2816352"/>
            <a:ext cx="2103120" cy="21945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24254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235439" y="2624328"/>
            <a:ext cx="44450" cy="60350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43799" y="235915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6BE6"/>
                </a:solidFill>
                <a:latin typeface="Calibri"/>
              </a:rPr>
              <a:t>earliest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235915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6BE6"/>
                </a:solidFill>
                <a:latin typeface="Calibri"/>
              </a:rPr>
              <a:t>latest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59" y="323697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t−U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79" y="3236976"/>
            <a:ext cx="731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9" y="323697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t+U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06240"/>
            <a:ext cx="10908792" cy="1234440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407408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onsolas"/>
              </a:rPr>
              <a:t>A before B   only if   tA + UA  &lt;  tB − 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56048"/>
            <a:ext cx="109087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8FE0D6"/>
                </a:solidFill>
                <a:latin typeface="Calibri"/>
              </a:rPr>
              <a:t>otherwise → ambiguous  ·  unknown, not wrong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961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overlap region is where causality cannot be resolved from timestamps alone.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uncertainty is — and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U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computed uncertainty envelope, right now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Derived from sync state + explicitly stated assumptions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An explicit input to application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U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statistical confidence interval (unless you add stats)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proven upper bound — some terms are omitted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Zero just because PTP reports “SLAVE”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  <p:bldP spid="8" grpId="0" animBg="1"/>
      <p:bldP spid="9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Where does uncertainty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Walk the stack, bottom to 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182880" rIns="182880" bIns="182880" rtlCol="0" anchor="ctr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6  Userspace observation delay   &lt;- syscall + scheduling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5  Kernel -&gt; userspace transfer  &lt;- IRQ, softirq, copy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4  Timestamp capture point       &lt;- HW vs SW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3  Network                       &lt;- queueing, routing, hop count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2  PHC clock                     &lt;- offset, clock resolution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1  Oscillator                    &lt;- drift,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 dirty="0">
                <a:solidFill>
                  <a:srgbClr val="5B6172"/>
                </a:solidFill>
                <a:latin typeface="Calibri"/>
              </a:rPr>
              <a:t>Each layer adds error or delay. Only some layers expose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uncertainty budget: every source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Source of error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contributes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lands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Grandmaster class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advertised GM quality (clockClass / accuracy)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assumed bound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Offset from grandmaster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estimated bias, from the t1–t4 exchange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U_clock: |offset_est| + U_est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Residual oscillator drift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freq error left after discipline (≤ D_max)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U_clock: age × D_max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Holdover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no discipline (ptp4l down) — age keeps growing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U_clock: anchor held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Clock resolution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granularity of the timestamp tick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U_clock: ½ tick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Path-element delays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estimated mean is compensated by PTP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residual est. error → U_est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Link asymmetry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up and down paths differ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unmodeled → folds into U_est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Event capture point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how the app stamped the event (HW/SW)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U_capture (application)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1–2: oscillator &amp; PHC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Oscillator (layer 1): TCXO/OCXO stability (ppb), temperature sensitivity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PHC clock (layer 2): the disciplined hardware clock we actually read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 dirty="0" err="1">
                <a:solidFill>
                  <a:srgbClr val="5B6172"/>
                </a:solidFill>
                <a:latin typeface="Calibri"/>
              </a:rPr>
              <a:t>offsetFromMaster</a:t>
            </a:r>
            <a:r>
              <a:rPr sz="1600" b="0" i="0" dirty="0">
                <a:solidFill>
                  <a:srgbClr val="5B6172"/>
                </a:solidFill>
                <a:latin typeface="Calibri"/>
              </a:rPr>
              <a:t> — an estimate of bias, with its own uncertainty (</a:t>
            </a:r>
            <a:r>
              <a:rPr sz="1600" b="0" i="0" dirty="0" err="1">
                <a:solidFill>
                  <a:srgbClr val="5B6172"/>
                </a:solidFill>
                <a:latin typeface="Calibri"/>
              </a:rPr>
              <a:t>U_est</a:t>
            </a:r>
            <a:r>
              <a:rPr sz="1600" b="0" i="0" dirty="0">
                <a:solidFill>
                  <a:srgbClr val="5B6172"/>
                </a:solidFill>
                <a:latin typeface="Calibri"/>
              </a:rPr>
              <a:t>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clock resolution — ½-tick quantization (effective, not just </a:t>
            </a:r>
            <a:r>
              <a:rPr sz="1600" b="0" i="0" dirty="0" err="1">
                <a:solidFill>
                  <a:srgbClr val="5B6172"/>
                </a:solidFill>
                <a:latin typeface="Calibri"/>
              </a:rPr>
              <a:t>clock_getres</a:t>
            </a:r>
            <a:r>
              <a:rPr sz="1600" b="0" i="0" dirty="0">
                <a:solidFill>
                  <a:srgbClr val="5B6172"/>
                </a:solidFill>
                <a:latin typeface="Calibri"/>
              </a:rPr>
              <a:t>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PHC read latency — the cost of reading it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The servo converges toward zero offset; it never mathematically reaches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4: capture point — a separate uncertainty (U_capture)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stamped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Capture uncertainty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Dominant term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hardware RX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HW stamp at the wire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SO_TIMESTAMPING (software)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IRQ + softirq delay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clock_gettime() in app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event→read gap (not clock error)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3 &amp; 5: network and kernel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Network (layer 3): each hop adds queueing + routing delay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PTP compensates the *estimated* mean path delay — its estimation error remains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Residual = asymmetry + delay-estimation error, growing with hops — folds into </a:t>
            </a:r>
            <a:r>
              <a:rPr sz="1600" b="0" i="0" dirty="0" err="1">
                <a:solidFill>
                  <a:srgbClr val="5B6172"/>
                </a:solidFill>
                <a:latin typeface="Calibri"/>
              </a:rPr>
              <a:t>U_est</a:t>
            </a:r>
            <a:endParaRPr sz="1600" b="0" i="0" dirty="0">
              <a:solidFill>
                <a:srgbClr val="5B6172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 dirty="0">
                <a:solidFill>
                  <a:srgbClr val="1A1D29"/>
                </a:solidFill>
                <a:latin typeface="Calibri"/>
              </a:rPr>
              <a:t>Kernel path (layer 5): Linux exposes useful data — but not as one package: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PTP_SYS_OFFSET / _EXTENDED — PHC vs system clock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SO_TIMESTAMPING — ingress / egress timestamps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 dirty="0">
                <a:solidFill>
                  <a:srgbClr val="5B6172"/>
                </a:solidFill>
                <a:latin typeface="Calibri"/>
              </a:rPr>
              <a:t>        –  ptp4l management API — offset, delay, ingress time (</a:t>
            </a:r>
            <a:r>
              <a:rPr sz="1600" b="0" i="0" dirty="0" err="1">
                <a:solidFill>
                  <a:srgbClr val="5B6172"/>
                </a:solidFill>
                <a:latin typeface="Calibri"/>
              </a:rPr>
              <a:t>userspace</a:t>
            </a:r>
            <a:r>
              <a:rPr sz="1600" b="0" i="0" dirty="0">
                <a:solidFill>
                  <a:srgbClr val="5B6172"/>
                </a:solidFill>
                <a:latin typeface="Calibri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EA0A0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that everyone forgets: staleness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182880" rIns="182880" bIns="182880" rtlCol="0" anchor="ctr"/>
          <a:lstStyle/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Between syncs, we bound the residual frequency error.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U_drift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  =  age  x 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D_max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      (configured bound)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Example:  100 ppm  x  1 s   =   100 microseconds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 dirty="0">
                <a:solidFill>
                  <a:srgbClr val="5B6172"/>
                </a:solidFill>
                <a:latin typeface="Calibri"/>
              </a:rPr>
              <a:t>Staleness turns a point estimate into a growing envelope — age × the configured frequency-error bound.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Turning PTP state into a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PTP answers: what does the protocol believe?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Dataset (via ptp4l)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Provides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offsetFromMaster, meanPathDelay, stepsRemoved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 state, logSyncInterval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sync ingress time, grandmaster identity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Ingress time is the drift anchor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48056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182880" rIns="182880" bIns="182880" rtlCol="0" anchor="ctr"/>
          <a:lstStyle/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TIME_STATUS_NP.ingress_time</a:t>
            </a:r>
            <a:endParaRPr sz="1500" dirty="0">
              <a:solidFill>
                <a:srgbClr val="D6E2FF"/>
              </a:solidFill>
              <a:latin typeface="Consolas"/>
            </a:endParaRP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   = PHC time of the last sync event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drift = (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time_now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 -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ingress_time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) *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D_max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 / 1e9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      = attributed residual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freq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-error bound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Caveat: offset and ingress come from *different*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datasets - no common observation epoch</a:t>
            </a:r>
            <a:r>
              <a:rPr lang="pl-PL" sz="1500" dirty="0">
                <a:solidFill>
                  <a:srgbClr val="D6E2FF"/>
                </a:solidFill>
                <a:latin typeface="Consolas"/>
              </a:rPr>
              <a:t>.</a:t>
            </a:r>
            <a:endParaRPr sz="1500" dirty="0">
              <a:solidFill>
                <a:srgbClr val="D6E2FF"/>
              </a:solidFill>
              <a:latin typeface="Consola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model — stated with its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182880" rIns="182880" bIns="182880" rtlCol="0" anchor="ctr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U_event  =  U_clock            +  U_capture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   (daemon / library)     (application)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U_clock  =  |offset_est|         # estimated bias, uncorrected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+  U_est               # uncertainty of that estimate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+  age x D_max         # attributed drift since anchor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+  res / 2             # clock / timestamp quantization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Assumptions:  |freq err| &lt;= D_max ,  |asymmetry| &lt;= A_max ,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     |offset-est err| &lt;= U_est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An operational envelope under stated assumptions — not a proven upper bound on true clock error.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Sync status is a prerequisite, not a proof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Port state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 for uncertainty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SLAVE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actively disciplining — bounds meaningful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UNCALIBRATED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converging — bounds unstable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LISTENING / FAULTY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do not trust ordering claims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ptp4l disconnected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hold last anchor + drift keeps growing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model implementation: ptp-uncertainty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182880" rIns="182880" bIns="182880" rtlCol="0" anchor="ctr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ptp4l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Unix management socket (poll offset/delay/ingress)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ptp_unc_dmn        &lt;- daemon: collects + anchors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/ptp_uncertainty (POSIX shared memory)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libptp_unc.so      &lt;- client lib: extrapolates at read time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applications       &lt;- get a live bound, no PTP code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No direct PHC access required. A live bound, not just the last offset snapshot.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the daemon collects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offset, delay, steps 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 state, sync 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ingress time, grandmaster id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index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Client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182880" rIns="182880" bIns="182880" rtlCol="0" anchor="ctr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ptp_unc_handle *h = ptp_unc_open();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ptp_uncertainty u;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ptp_unc_get(h, &amp;u);            // U_clock at now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u.total_uncertainty_ns  = U_clock (daemon)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u.is_synchronized, u.ptp4l_connected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u.age_ns  (snapshot freshness != drift anchor)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U_event = u.total_uncertainty_ns + U_capture;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ptp_unc_close(h);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daemon returns U_clock; the application adds its own U_capture to get U_event — the daemon cannot know how you stamped.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Behavior under failure = explicit correctness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182880" rIns="182880" bIns="182880" rtlCol="0" anchor="ctr"/>
          <a:lstStyle/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// ptp4l restarts or disconnects: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//   - preserve last valid sync anchor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//   - set ptp4l_connected = 0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//   - drift KEEPS growing from the held anchor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if (!u.ptp4l_connected ||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   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u.total_uncertainty_ns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 &gt; threshold)</a:t>
            </a:r>
          </a:p>
          <a:p>
            <a:pPr algn="l">
              <a:spcAft>
                <a:spcPts val="200"/>
              </a:spcAft>
            </a:pPr>
            <a:r>
              <a:rPr sz="1500" dirty="0">
                <a:solidFill>
                  <a:srgbClr val="D6E2FF"/>
                </a:solidFill>
                <a:latin typeface="Consolas"/>
              </a:rPr>
              <a:t>      </a:t>
            </a:r>
            <a:r>
              <a:rPr sz="1500" dirty="0" err="1">
                <a:solidFill>
                  <a:srgbClr val="D6E2FF"/>
                </a:solidFill>
                <a:latin typeface="Consolas"/>
              </a:rPr>
              <a:t>mark_event_ordering_untrusted</a:t>
            </a:r>
            <a:r>
              <a:rPr sz="1500" dirty="0">
                <a:solidFill>
                  <a:srgbClr val="D6E2FF"/>
                </a:solidFill>
                <a:latin typeface="Consolas"/>
              </a:rPr>
              <a:t>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application decides what 'trustworthy enough' means — the daemon just keeps the bound honest.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INDUSTRY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You don’t have to take my word for it: Meta’s fbclock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Meta fbclock  (deployed at scale, 2022)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a Window of Uncertainty: [earliest_ns, latest_ns]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Go daemon reads ptp4l + PHC → shared memory → C library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Statistical k·σ window (Meta targets 6-nines certainty)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drift from PHC freq-adjust history + temp/vibration telemetry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ptp-uncertainty  (this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total_uncertainty_ns → [t−U, t+U]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ptp_unc_dmn reads ptp4l → /ptp_uncertainty SHM → libptp_unc.so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Conservative worst-case bound (layer stats on top if wanted)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hold last anchor, drift grows at max_drift_ppb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Model behavior across oscillator bounds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MODEL SWEEP</a:t>
            </a:r>
          </a:p>
        </p:txBody>
      </p:sp>
      <p:pic>
        <p:nvPicPr>
          <p:cNvPr id="4" name="Picture 3" descr="fig_sawtoo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Between syncs the bound grows as age × D_max, then resets at ingress — this is the model's attributed drift, not measured drift.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MODEL SWEEP</a:t>
            </a:r>
          </a:p>
        </p:txBody>
      </p:sp>
      <p:pic>
        <p:nvPicPr>
          <p:cNvPr id="4" name="Picture 3" descr="fig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Same PTP state, four configured drift bounds — the assumed D_max alone spans two orders of magnitude.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MODEL SWEEP</a:t>
            </a:r>
          </a:p>
        </p:txBody>
      </p:sp>
      <p:pic>
        <p:nvPicPr>
          <p:cNvPr id="4" name="Picture 3" descr="fig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Between syncs the configured drift bound — not PTP — sets whether the envelope is 0.3 µs or 120 µs.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full story: fast time + its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Fast access gives you the time cheaply. Uncertainty tells you how far to trust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 prior talk made the read fast; this one puts an error bar on it — fast time and its uncertainty,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FULL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Fast time + its uncertainty compose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Fast read alone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+ uncertainty</a:t>
                      </a:r>
                    </a:p>
                  </a:txBody>
                  <a:tcPr marL="109728">
                    <a:solidFill>
                      <a:srgbClr val="2E6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Low-overhead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Compare two events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point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interval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Know when order is ambiguous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Gate decisions on trust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threshold on U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Merge / correlation window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adapts to live U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Linux APIs: what we have, what we 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KERNEL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kernel gives ingredients, not the recipe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Kernel today: raw ingredients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SO_TIMESTAMPING — HW/SW RX/TX timestamps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PTP_SYS_OFFSET(_EXTENDED) — PHC ↔ system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/dev/ptpN — freq adjust, ext timestamps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sync state lives only in ptp4l userspace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Missing: a coherent clock-state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one atomic read at a defined epoch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master_offset_ns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+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ingress_time_ns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(anchor)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max_drift_ppb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— assumed frequency-error bound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gm_id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+ </a:t>
            </a:r>
            <a:r>
              <a:rPr sz="1500" b="0" i="0" dirty="0" err="1">
                <a:solidFill>
                  <a:srgbClr val="1A1D29"/>
                </a:solidFill>
                <a:latin typeface="Calibri"/>
              </a:rPr>
              <a:t>steps_removed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 (per-hop = policy, not a bound)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dirty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 dirty="0">
                <a:solidFill>
                  <a:srgbClr val="1A1D29"/>
                </a:solidFill>
                <a:latin typeface="Calibri"/>
              </a:rPr>
              <a:t>→ enough metadata to derive U under stated assumptions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Timestamps are intervals — design systems around t ± U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U is an envelope under stated assumptions, not a proven bound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Separate U_clock (daemon) from U_capture (application)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Staleness is an attributed drift bound — the term most tools ignore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Missing kernel primitive: a coherent clock-state at one epoch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full story: fast access to the time and its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2549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7D2F0"/>
                </a:solidFill>
                <a:latin typeface="Calibri"/>
              </a:rPr>
              <a:t>Treat time as an interval. Make the error bar part of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12064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onsolas"/>
              </a:rPr>
              <a:t>ptp-uncertainty  ·  daemon + libptp_unc.so + watch_uncertainty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4983</Words>
  <Application>Microsoft Macintosh PowerPoint</Application>
  <PresentationFormat>Widescreen</PresentationFormat>
  <Paragraphs>461</Paragraphs>
  <Slides>40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Maciek Machnikowski</cp:lastModifiedBy>
  <cp:revision>2</cp:revision>
  <dcterms:created xsi:type="dcterms:W3CDTF">2013-01-27T09:14:16Z</dcterms:created>
  <dcterms:modified xsi:type="dcterms:W3CDTF">2026-07-13T18:58:25Z</dcterms:modified>
  <cp:category/>
</cp:coreProperties>
</file>