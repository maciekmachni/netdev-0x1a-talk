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the room: who has debugged a distributed trace where events looked out of order? Almost every hand goes up. That is the whole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Synchronization gives alignment; uncertainty tells you the limits of that alignment. Position the AI talk as 'why time matters at scale'; this talk is 'why synchronized time alone is not enough.'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Precision is necessary but insufficient. Higher precision made silent errors both more likely to be relied on and harder to see.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Compliance angle from the abstract: auditors care about defensible ordering, not nanosecond vanity metrics.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aha. The numbers look confident; the reality is ambiguous. We need the error bar to be part of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core thesis of the abstract. Keep returning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this on a whiteboard if possible. 'Unknown' is a valid, useful answer a system can act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conservatism: we want a defensible upper bound, not a best guess.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slowly. The point: 'the event time' means different things at different layers even when everything is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PTP believes something about your clock. That belief is an input to U, not a guarantee.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Critical for profiling: GPU, NIC and CPU may live in different timestamp domains even when 'synced'.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Foreshadow the kernel-gaps section: ingredients exist, the single 'current uncertainty' API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Many tools show offset but never show the interval growing since the last correction. This is the term the daemon makes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PTP does NOT answer 'what is my application-level timestamp error bar?'. We build that on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makes 'staleness' concrete: anchor at ingress, extrapolate at read time using a worst-case drift bound.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exact formula the library computes. Honest: it is a practical model, not a full Allan-deviation analysis.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'Synchronized' is necessary but not sufficient. The last row is the interesting failure mode the daemon handles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from theory to something the audience can actually run.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Auto features: poll interval derived from logSyncInterval (&gt;=2x sync rate); optional PHC index autodetection.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Clarify snapshot age vs drift — a common confusion and a good teaching moment.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abstract's phrase 'evaluate temporal correctness explicitly' turned into three lines of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Explicit bridge to the companion talk. Speak to both audiences in the room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Scenario: rank-42 launch at T, rank-7 stall at T+300 ns. If U ~ 500 ns on both, ordering is ambiguous — the 'launch caused stall' conclusion is false causality and wasted engineering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Matches the abstract's conclusion: frequency offset is available, but oscillator stability and calibration staleness are not — so precise bounds still need operator config and hardware knowledge. Do not oversell automation.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bridge sentence: better profiles need better time — and better time needs error bars.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Offer to collaborate with profiling-tool authors. Have the demo plot ready as a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4612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2841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1088136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800" b="1" i="0">
                <a:solidFill>
                  <a:srgbClr val="FFFFFF"/>
                </a:solidFill>
                <a:latin typeface="Calibri"/>
              </a:rPr>
              <a:t>Making Time Uncertainty a First-Class Concept in Linux Timing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5204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C7D2F0"/>
                </a:solidFill>
                <a:latin typeface="Calibri"/>
              </a:rPr>
              <a:t>Trustworthy timestamps for distributed and AI systems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394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alibri"/>
              </a:rPr>
              <a:t>Time uncertainty as a first-class property  ·  built on Linux + PTP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OPENING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make this decision constantly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event A at T₁   →   event B at T₂   →   “A happened before B”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Ordering. Causality. “Which write won?” “What caused the stall?”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hidden assumption: both timestamps are exact points.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Clocks disagree. Timestamps are captured at different layers.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Synchronization data goes stale between updates.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Two talks, one story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This talk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What is the error bar on a timestamp?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Timestamps as intervals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Explicit correctness criteria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“Can I trust this ordering?”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Companion talk — AI profiling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How do we align events across nodes?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 cluster synchronization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Cross-node event correlation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“Can I trace this workload?”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Precise is not the same as correct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We spent a decade chasing precision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Sub-microsecond PTP is now common on data-center and AI fabrics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Hardware timestamping in NICs, SmartNICs, DPUs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Multi-node GPU traces spanning thousands of ranks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better our clocks got, the more we trusted them — implicitly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Precision raised confidence faster than it raised correctness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Three ways timestamps quietly mislead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Domain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Naive claim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What can go wrong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Ordering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 before B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Intervals overlap → order is unknown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Causality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 caused B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Off-by-one across nodes → false cause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Log is ordered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Cannot prove ordering is defensible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Two events 200 ns apart, each known to ±150 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Their true order is unknown — and nothing in the timestamp told you so.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timestamp is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From a point to an interval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Instead of:  “the event happened at t”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Say:  “the event happened at t ± U”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U = the time-uncertainty bound at the moment of observation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Now applications can ask explicit questions: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ordering between A and B definite, or ambiguous?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Is this window fresh enough for a compliance decision?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ordering rule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ctr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Point model              Interval model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|                        [----*----]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t                    t-U      t     t+U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is before B   ONLY IF   t_A + U_A  &lt;  t_B - U_B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otherwise  -&gt;  AMBIGUOUS   (unknown, not wrong)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overlap region is where causality cannot be resolved from timestamps alone.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uncertainty is — and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U 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conservative bound on clock error, right now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Derived from measurable sync state + configured limits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An explicit input to application logic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U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statistical confidence interval (unless you add stats)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substitute for good clock design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Zero just because PTP reports “SLAVE”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Where does uncertainty come from?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Walk the stack, bottom to top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ctr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6  Userspace observation delay      &lt;- syscall + scheduling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5  Kernel -&gt; userspace transfer     &lt;- IRQ, softirq, copy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4  Timestamp capture point          &lt;- HW vs SW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3  Network path asymmetry           &lt;- queueing, routing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2  PTP servo &amp; synchronization      &lt;- offset, delay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1  Oscillator / PHC hardware        &lt;- drift, temperature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Each layer adds error or delay. Only some layers expose metrics.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1–2: hardware &amp; sync offset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Oscillator: TCXO/OCXO stability (ppb), temperature sensitivity, PHC read latency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PTP gives estimates, not truths: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offsetFromMaster — clock offset estimate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meanPathDelay — path-asymmetry estimate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stepsRemoved — distance from the grandmaster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The servo converges; it never mathematically reaches zero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4: where was the timestamp taken?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Typical error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hardware RX timestamp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smallest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needs NIC/driver support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SO_TIMESTAMPING (software)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larger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IRQ + softirq delay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clock_gettime() in app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largest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syscall + scheduling jitter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Layers 3 &amp; 5: network and kernel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meanPathDelay is a mean — not a constant; congestion spikes it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AI fabrics: asymmetric up/down links, leaf-switch queueing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Linux exposes useful data — but not as one package: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PTP_SYS_OFFSET / _EXTENDED — PHC vs system clock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SO_TIMESTAMPING — ingress / egress timestamps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600" b="0" i="0">
                <a:solidFill>
                  <a:srgbClr val="5B6172"/>
                </a:solidFill>
                <a:latin typeface="Calibri"/>
              </a:rPr>
              <a:t>        –  </a:t>
            </a:r>
            <a:r>
              <a:rPr sz="1600" b="0" i="0">
                <a:solidFill>
                  <a:srgbClr val="5B6172"/>
                </a:solidFill>
                <a:latin typeface="Calibri"/>
              </a:rPr>
              <a:t>ptp4l management API — offset, delay, ingress time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ANATOMY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Layer that everyone forgets: staleness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ctr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Between PTP updates, the clock drifts.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U_drift  =  elapsed_time  x  max_drift_rate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Example:  100 ppm  x  1 s   =   100 microseconds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perfect offset at sync ingress still becomes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 GROWING interval a moment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Staleness turns a point sync measurement into a growing interval — this is what the model daemon implements.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Turning PTP state into a bound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PTP answers: what does the protocol believe?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Dataset (via ptp4l)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Provides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offsetFromMaster, meanPathDelay, stepsRemoved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 state, logSyncInterval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sync ingress time, grandmaster identity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Ingress time is the drift anchor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48056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ctr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TIME_STATUS_NP.ingress_time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= when the last sync event arrived (PHC time)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drift_ns = (now_mono - ingress_mono)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           * max_drift_ppb / 1e9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Uncertainty grows between sync messages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even when the offset display looks flat.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total_uncertainty_ns = |offset| + |path_delay| + drift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Example: offset 80 ns + delay 120 ns + drift 50 ns  =  250 ns bound.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PTP → BOUND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Sync status is a prerequisite, not a proof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Port state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Meaning for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SLAVE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actively disciplining — bounds meaningful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UNCALIBRATED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converging — bounds unstable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LISTENING / FAULTY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do not trust ordering claims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ptp4l disconnected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hold last anchor + drift keeps growing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A model implementation: ptp-uncertainty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ctr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ptp4l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Unix management socket (poll offset/delay/ingress)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ptp_unc_dmn        &lt;- daemon: collects + anchors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  /ptp_uncertainty (POSIX shared memory)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libptp_unc.so      &lt;- client lib: extrapolates at read time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|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v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applications       &lt;- get a live bound, no PTP code needed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No direct PHC access required. A live bound, not just the last offset snapshot.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What the daemon collects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Field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offset, delay, steps removed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CURRENT_DATA_SET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port state, sync interval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PORT_DATA_SET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ingress time, grandmaster id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TIME_STATUS_NP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PHC index (optional)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PORT_HWCLOCK_NP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Client API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ctr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ptp_unc_handle *h = ptp_unc_open();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struct ptp_uncertainty u;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ptp_unc_get(h, &amp;u);            // uncertainty at now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ptp_unc_get_at(h, &amp;u, t_mono); // at a given monotonic t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u.total_uncertainty_ns, u.drift_ns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u.is_synchronized, u.ptp4l_connected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u.age_ns  (snapshot freshness != drift anchor)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ptp_unc_close(h);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Clients extrapolate at read time; age_ns (snapshot freshness) is distinct from the drift term.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Behavior under failure = explicit correctness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00200"/>
            <a:ext cx="10881360" cy="4114800"/>
          </a:xfrm>
          <a:prstGeom prst="rect">
            <a:avLst/>
          </a:prstGeom>
          <a:solidFill>
            <a:srgbClr val="1116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74320" rIns="182880" tIns="182880" bIns="182880"/>
          <a:lstStyle/>
          <a:p>
            <a:pPr algn="ctr"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ptp4l restarts or disconnects: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preserve last valid sync anchor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set ptp4l_connected = 0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//   - drift KEEPS growing from the held anchor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if (!u.ptp4l_connected ||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u.total_uncertainty_ns &gt; threshold)</a:t>
            </a:r>
          </a:p>
          <a:p>
            <a:pPr>
              <a:spcAft>
                <a:spcPts val="200"/>
              </a:spcAft>
            </a:pPr>
            <a:r>
              <a:rPr sz="1500">
                <a:solidFill>
                  <a:srgbClr val="D6E2FF"/>
                </a:solidFill>
                <a:latin typeface="Consolas"/>
              </a:rPr>
              <a:t>      mark_event_ordering_untrusted();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824728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1">
                <a:solidFill>
                  <a:srgbClr val="5B6172"/>
                </a:solidFill>
                <a:latin typeface="Calibri"/>
              </a:rPr>
              <a:t>The application decides what 'trustworthy enough' means — the daemon just keeps the bound honest.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Payoff: profiling AI clusters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1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331720"/>
            <a:ext cx="2377440" cy="9144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1A1D29"/>
                </a:solidFill>
                <a:latin typeface="Calibri"/>
              </a:rPr>
              <a:t>PTP aligns cross-node events. Uncertainty says when that alignment can carry a causal claim.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42062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1">
                <a:solidFill>
                  <a:srgbClr val="5B6172"/>
                </a:solidFill>
                <a:latin typeface="Calibri"/>
              </a:rPr>
              <a:t>Synchronization solves alignment; uncertainty solves the epistemic limits of alignment.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AI PROFILING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512-GPU trace: what bounds add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4592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/>
                <a:gridCol w="3627120"/>
                <a:gridCol w="3627120"/>
              </a:tblGrid>
              <a:tr h="45720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Capability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Sync only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  <a:latin typeface="Calibri"/>
                        </a:rPr>
                        <a:t>Sync + uncertainty</a:t>
                      </a:r>
                    </a:p>
                  </a:txBody>
                  <a:tcPr marL="109728" marT="45720" marB="45720">
                    <a:solidFill>
                      <a:srgbClr val="2E6BE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Align traces visually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Merge cross-node spans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fragile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confidence-gated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Detect bottlenecks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heuristic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defensible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Ordering disputes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hidden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explicit ambiguity</a:t>
                      </a:r>
                    </a:p>
                  </a:txBody>
                  <a:tcPr marL="109728" marT="36576" marB="36576">
                    <a:solidFill>
                      <a:srgbClr val="EDF1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1A1D29"/>
                          </a:solidFill>
                          <a:latin typeface="Calibri"/>
                        </a:rPr>
                        <a:t>Trace-buffer / merge window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fixed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0">
                          <a:solidFill>
                            <a:srgbClr val="5B6172"/>
                          </a:solidFill>
                          <a:latin typeface="Calibri"/>
                        </a:rPr>
                        <a:t>adapts to live U</a:t>
                      </a:r>
                    </a:p>
                  </a:txBody>
                  <a:tcPr marL="109728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E6BE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468880"/>
            <a:ext cx="3200400" cy="914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C7D2F0"/>
                </a:solidFill>
                <a:latin typeface="Calibri"/>
              </a:rPr>
              <a:t>PART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697480"/>
            <a:ext cx="10515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Linux APIs: what we have, what we lack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02975" y="6263640"/>
            <a:ext cx="822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KERNEL LIMITS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The kernel gives ingredients, not the recipe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5349240" cy="4297680"/>
          </a:xfrm>
          <a:prstGeom prst="rect">
            <a:avLst/>
          </a:prstGeom>
          <a:solidFill>
            <a:srgbClr val="ED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Available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SO_TIMESTAMPING — HW/SW RX/TX timestamps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PTP_SYS_OFFSET(_EXTENDED) — PHC ↔ system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ptp4l mgmt socket — offset, delay, ingress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2E6BE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/dev/ptpN — freq adjust, ext timestamps</a:t>
            </a:r>
          </a:p>
        </p:txBody>
      </p:sp>
      <p:sp>
        <p:nvSpPr>
          <p:cNvPr id="8" name="Rectangle 7"/>
          <p:cNvSpPr/>
          <p:nvPr/>
        </p:nvSpPr>
        <p:spPr>
          <a:xfrm>
            <a:off x="6355080" y="1691640"/>
            <a:ext cx="5349240" cy="4297680"/>
          </a:xfrm>
          <a:prstGeom prst="rect">
            <a:avLst/>
          </a:prstGeom>
          <a:solidFill>
            <a:srgbClr val="EA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856232"/>
            <a:ext cx="4892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14B8A6"/>
                </a:solidFill>
                <a:latin typeface="Calibri"/>
              </a:rPr>
              <a:t>Not exposed / not standardized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468880"/>
            <a:ext cx="48920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Oscillator stability (Allan deviation)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Calibration age + temperature model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Per-read PHC access-latency bound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A1D29"/>
                </a:solidFill>
                <a:latin typeface="Calibri"/>
              </a:rPr>
              <a:t>A unified “staleness since last discipline”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1143000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6BE6"/>
                </a:solidFill>
                <a:latin typeface="Calibri"/>
              </a:rPr>
              <a:t>CLOSING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11556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D29"/>
                </a:solidFill>
                <a:latin typeface="Calibri"/>
              </a:rP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10972800" cy="4754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Timestamps are intervals — design systems around t ± U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PTP provides inputs, not a complete uncertainty model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Staleness / drift is the term most tools ignore — don’t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Explicit bounds enable explicit correctness for ordering &amp; compliance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E6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1A1D29"/>
                </a:solidFill>
                <a:latin typeface="Calibri"/>
              </a:rPr>
              <a:t>For AI profiling: sync aligns data, uncertainty qualifies causality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6583680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FFFFFF"/>
                </a:solidFill>
                <a:latin typeface="Calibri"/>
              </a:rPr>
              <a:t>Time Uncertainty as a First-Class Concept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583680"/>
            <a:ext cx="7315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D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743200"/>
            <a:ext cx="12191695" cy="82296"/>
          </a:xfrm>
          <a:prstGeom prst="rect">
            <a:avLst/>
          </a:prstGeom>
          <a:solidFill>
            <a:srgbClr val="2E6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25496"/>
            <a:ext cx="3840480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10896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C7D2F0"/>
                </a:solidFill>
                <a:latin typeface="Calibri"/>
              </a:rPr>
              <a:t>Treat time as an interval. Make the error bar part of the data.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51206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9AA6C4"/>
                </a:solidFill>
                <a:latin typeface="Consolas"/>
              </a:rPr>
              <a:t>ptp-uncertainty  ·  daemon + libptp_unc.so + watch_uncertainty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